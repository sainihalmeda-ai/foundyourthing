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B4D89"/>
                </a:solidFill>
              </a:defRPr>
            </a:pPr>
            <a:r>
              <a:t>FOUND YOUR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>
                <a:solidFill>
                  <a:srgbClr val="102A43"/>
                </a:solidFill>
              </a:defRPr>
            </a:pPr>
            <a:r>
              <a:t>AI-Powered Privacy-First Campus Lost &amp; Found System</a:t>
            </a:r>
          </a:p>
          <a:p>
            <a:pPr algn="ctr">
              <a:spcAft>
                <a:spcPts val="400"/>
              </a:spcAft>
              <a:defRPr sz="1500">
                <a:solidFill>
                  <a:srgbClr val="627D98"/>
                </a:solidFill>
              </a:defRPr>
            </a:pPr>
            <a:r>
              <a:t>(Lost on campus. Found by intelligence.)</a:t>
            </a:r>
          </a:p>
          <a:p>
            <a:pPr algn="ctr">
              <a:spcAft>
                <a:spcPts val="400"/>
              </a:spcAft>
              <a:defRPr sz="1500">
                <a:solidFill>
                  <a:srgbClr val="627D98"/>
                </a:solidFill>
              </a:defRPr>
            </a:pPr>
            <a:r>
              <a:t>(Campus lost &amp; found, reimagined for students.)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300"/>
              </a:spcAft>
              <a:defRPr sz="1400">
                <a:solidFill>
                  <a:srgbClr val="102A43"/>
                </a:solidFill>
              </a:defRPr>
            </a:pPr>
            <a:r>
              <a:t>Presented by: Meda Sai Nihal</a:t>
            </a:r>
          </a:p>
          <a:p>
            <a:pPr algn="ctr">
              <a:spcAft>
                <a:spcPts val="300"/>
              </a:spcAft>
              <a:defRPr sz="1400">
                <a:solidFill>
                  <a:srgbClr val="102A43"/>
                </a:solidFill>
              </a:defRPr>
            </a:pPr>
            <a:r>
              <a:t>Department: CSE  |  Specialization: AI &amp; Data Science</a:t>
            </a:r>
          </a:p>
          <a:p>
            <a:pPr algn="ctr">
              <a:spcAft>
                <a:spcPts val="300"/>
              </a:spcAft>
              <a:defRPr sz="1400">
                <a:solidFill>
                  <a:srgbClr val="102A43"/>
                </a:solidFill>
              </a:defRPr>
            </a:pPr>
            <a:r>
              <a:t>Project Category: AI &amp; Mobile-based Smart Campus Application</a:t>
            </a:r>
          </a:p>
          <a:p>
            <a:pPr algn="ctr">
              <a:spcAft>
                <a:spcPts val="300"/>
              </a:spcAft>
              <a:defRPr sz="1400">
                <a:solidFill>
                  <a:srgbClr val="102A43"/>
                </a:solidFill>
              </a:defRPr>
            </a:pPr>
            <a:r>
              <a:t>SDG 11: Sustainable Cities and Communities</a:t>
            </a:r>
          </a:p>
          <a:p>
            <a:pPr algn="ctr">
              <a:spcAft>
                <a:spcPts val="300"/>
              </a:spcAft>
              <a:defRPr sz="1400">
                <a:solidFill>
                  <a:srgbClr val="102A43"/>
                </a:solidFill>
              </a:defRPr>
            </a:pPr>
            <a:r>
              <a:t>Idea Quest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2: Problem Statement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Why campus lost &amp; found needs a digital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Students frequently lose valuable items on campus — phones, watches, wallets, ID cards, and bags.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Common recovery methods (notice boards, WhatsApp groups, word of mouth) are slow and unstructured.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Manual matching depends on luck — two people must find each other without a central system.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Privacy risk: students often share phone numbers publicly while searching for lost items.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Low-value clutter (pens, pencils) makes traditional boards noisy and ineffective.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Result: delayed recovery, stress, replacement cost, and wasted student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github.com/sainihalmeda-ai/FoundYourThing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3: Proposed Solution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FoundYourThing — smart, safe, campus-wide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A cross-platform mobile/web app for reporting LOST and FOUND valuable items only.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Users upload a photo + category + location + short description.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AI compares lost and found reports using image + text similarity and shows match score (%).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Privacy-first design: only VTU/college ID is public initially.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Phone numbers are shared only after owner requests contact and finder accepts.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Built for real campus use — Canteen, Library, Hostel, Departments, and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github.com/sainihalmeda-ai/FoundYourThing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4: Architecture / Workflow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End-to-end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Mobile App (Expo React Native) ↔ REST API (Python FastAPI) ↔ SQLite/PostgreSQL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Image + text embeddings generated on upload; cosine similarity ranks possible matches.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Workflow: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  1. Student reports lost item → visible on campus feed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  2. Another student reports found item → AI matching runs automatically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  3. Owner sees possible match → sends contact request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  4. Finder accepts → both receive name, department, and phone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Privacy service controls what data is visible at each stage (Public → Match → Claim → Connected).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github.com/sainihalmeda-ai/FoundYourThing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5: Expected Impact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Benefits for students and institution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Faster recovery of valuable belongings through intelligent matching.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Safer campus community with consent-based contact sharing.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Reduced replacement cost and waste (supports SDG 12 indirectly).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Organized digital lost &amp; found instead of scattered social media posts.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Supports SDG 11: Sustainable Cities and Communities — safer, inclusive campus life.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Scalable model for college-wide adoption with VTU ID verification in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github.com/sainihalmeda-ai/FoundYourThing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6: Feasibility &amp; Implementation Plan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Realistic plan for a solo student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Phase 1 (Done): Backend API, auth, item reports, AI matching MVP, mobile UI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Phase 2: Improve AI with CLIP + sentence-transformers for better accuracy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Phase 3: Push notifications for urgent lost valuables (not pens/pencils)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Phase 4: College integration — verified student/faculty database (VTU ID API)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Phase 5: Admin moderation panel + cloud deployment (Render + PostgreSQL)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Tech feasibility: Python (AI/DS), Expo (Android/iOS/Web), proven open-source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github.com/sainihalmeda-ai/FoundYourThing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7: Scalability &amp; Future Scope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Growth beyond Minor Project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Multi-campus support with separate feeds per institution.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Official college onboarding with SSO and role badges (Student / Faculty).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Smart alerts: urgent broadcasts only for high-value items.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Auto-blur for ID card photos and abuse reporting system.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Analytics dashboard for admin — recovery rate, popular loss locations.</a:t>
            </a:r>
          </a:p>
          <a:p>
            <a:pPr>
              <a:spcAft>
                <a:spcPts val="1000"/>
              </a:spcAft>
              <a:defRPr sz="2000">
                <a:solidFill>
                  <a:srgbClr val="102A43"/>
                </a:solidFill>
              </a:defRPr>
            </a:pPr>
            <a:r>
              <a:t>Optional: chatbot assistant, QR tags on valuables, integration with security office.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github.com/sainihalmeda-ai/FoundYourThing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8: Demo / Prototype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Live application — FoundYourThing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02A43"/>
                </a:solidFill>
              </a:defRPr>
            </a:pPr>
            <a:r>
              <a:t>Working prototype with:</a:t>
            </a:r>
          </a:p>
          <a:p>
            <a:pPr>
              <a:spcAft>
                <a:spcPts val="1000"/>
              </a:spcAft>
              <a:defRPr sz="1900">
                <a:solidFill>
                  <a:srgbClr val="102A43"/>
                </a:solidFill>
              </a:defRPr>
            </a:pPr>
            <a:r>
              <a:t>  • User registration &amp; login (VTU ID)</a:t>
            </a:r>
          </a:p>
          <a:p>
            <a:pPr>
              <a:spcAft>
                <a:spcPts val="1000"/>
              </a:spcAft>
              <a:defRPr sz="1900">
                <a:solidFill>
                  <a:srgbClr val="102A43"/>
                </a:solidFill>
              </a:defRPr>
            </a:pPr>
            <a:r>
              <a:t>  • Report lost / found valuable items with photo</a:t>
            </a:r>
          </a:p>
          <a:p>
            <a:pPr>
              <a:spcAft>
                <a:spcPts val="1000"/>
              </a:spcAft>
              <a:defRPr sz="1900">
                <a:solidFill>
                  <a:srgbClr val="102A43"/>
                </a:solidFill>
              </a:defRPr>
            </a:pPr>
            <a:r>
              <a:t>  • Campus feed &amp; item details</a:t>
            </a:r>
          </a:p>
          <a:p>
            <a:pPr>
              <a:spcAft>
                <a:spcPts val="1000"/>
              </a:spcAft>
              <a:defRPr sz="1900">
                <a:solidFill>
                  <a:srgbClr val="102A43"/>
                </a:solidFill>
              </a:defRPr>
            </a:pPr>
            <a:r>
              <a:t>  • AI match suggestions with confidence score</a:t>
            </a:r>
          </a:p>
          <a:p>
            <a:pPr>
              <a:spcAft>
                <a:spcPts val="1000"/>
              </a:spcAft>
              <a:defRPr sz="1900">
                <a:solidFill>
                  <a:srgbClr val="102A43"/>
                </a:solidFill>
              </a:defRPr>
            </a:pPr>
            <a:r>
              <a:t>  • Privacy-gated contact request flow</a:t>
            </a:r>
          </a:p>
          <a:p>
            <a:pPr>
              <a:spcAft>
                <a:spcPts val="1000"/>
              </a:spcAft>
              <a:defRPr sz="1900">
                <a:solidFill>
                  <a:srgbClr val="102A43"/>
                </a:solidFill>
              </a:defRPr>
            </a:pPr>
            <a:r>
              <a:t>Platform: Expo mobile app + web browser + FastAPI backend</a:t>
            </a:r>
          </a:p>
          <a:p>
            <a:pPr>
              <a:spcAft>
                <a:spcPts val="1000"/>
              </a:spcAft>
              <a:defRPr sz="1900">
                <a:solidFill>
                  <a:srgbClr val="102A43"/>
                </a:solidFill>
              </a:defRPr>
            </a:pPr>
            <a:r>
              <a:t>Next slides: Application screenshots (add your prototype photos below)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Demo available on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9: Prototype Screenshots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Insert your app photos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99669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9601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>
                <a:solidFill>
                  <a:srgbClr val="627D98"/>
                </a:solidFill>
              </a:defRPr>
            </a:pPr>
            <a:r>
              <a:t>[ ADD SCREENSHOT HERE ]</a:t>
            </a:r>
            <a:br/>
            <a:br/>
            <a:r>
              <a:t>Suggested: Login / Home / Report Lost / AI Match / Claim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Replace placeholder with your prototype image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4D89"/>
                </a:solidFill>
              </a:defRPr>
            </a:pPr>
            <a:r>
              <a:t>Slide 10: Prototype Screenshots</a:t>
            </a:r>
          </a:p>
          <a:p>
            <a:pPr>
              <a:spcBef>
                <a:spcPts val="600"/>
              </a:spcBef>
              <a:defRPr sz="1600">
                <a:solidFill>
                  <a:srgbClr val="627D98"/>
                </a:solidFill>
              </a:defRPr>
            </a:pPr>
            <a:r>
              <a:t>Insert your app photos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99669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9601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>
                <a:solidFill>
                  <a:srgbClr val="627D98"/>
                </a:solidFill>
              </a:defRPr>
            </a:pPr>
            <a:r>
              <a:t>[ ADD SCREENSHOT HERE ]</a:t>
            </a:r>
            <a:br/>
            <a:br/>
            <a:r>
              <a:t>Suggested: Login / Home / Report Lost / AI Match / Claim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7D98"/>
                </a:solidFill>
              </a:defRPr>
            </a:pPr>
            <a:r>
              <a:t>FoundYourThing  |  Replace placeholder with your prototype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